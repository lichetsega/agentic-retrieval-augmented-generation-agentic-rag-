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Visit Ethiopia: Agentic RAG AI Travel Assistant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Demystifying RAG Architecture &amp; Building an Autonomous Travel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Executive Overview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What is Retrieval-Augmented Generation (RAG) and why does AI need it?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The limitations of Traditional (Naive) RAG in real-world applications.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How Agentic RAG introduces reasoning, self-correction, and decision-making.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Live case study: Visit Ethiopia — An enterprise-grade travel chatbot built with LangChain, ChromaDB, BM25, Flask &amp; Streamlit.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FOUNDATIONAL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Understanding Traditional RAG (Retrieval-Augmented Generation)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Giving AI an 'Open-Book' Reference Library for Accurate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4ADE80"/>
                </a:solidFill>
                <a:latin typeface="Arial"/>
              </a:defRPr>
            </a:pPr>
            <a:r>
              <a:t>What is Traditional RAG?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Standard AI Problem: Large Language Models (LLMs) only know what was in their training data. They cannot access private files, fresh websites, or real-time context.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The RAG Solution: Instead of asking the AI to memorize everything, RAG acts as an 'open-book exam'. When a user asks a question, the system first retrieves relevant documents from a database, pastes them into the prompt, and asks the AI to answer using that text.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How it Works Step-by-Step: User Question -&gt; Vector Database Search -&gt; Top-K Document Retrieval -&gt; Combine Question + Documents -&gt; LLM Generates Final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Why Traditional RAG Fails in Production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The Challenges of Passive, Single-Pass Retrieval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923C"/>
                </a:solidFill>
                <a:latin typeface="Arial"/>
              </a:defRPr>
            </a:pPr>
            <a:r>
              <a:t>1. Blind Trust ('Garbage In, Garbage Out')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Traditional RAG blindly passes whatever documents the search returns to the LLM.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If the search returns irrelevant or noisy paragraphs, the LLM hallucinates or generates incorrect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923C"/>
                </a:solidFill>
                <a:latin typeface="Arial"/>
              </a:defRPr>
            </a:pPr>
            <a:r>
              <a:t>2. Keyword &amp; Proper Noun Mismatch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Pure vector search relies on overall sentence meaning but frequently misses exact names.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In tourism, specific Ethiopian landmark names (e.g., Gheralta, Erta Ale, Lalibela) get lost if the exact text isn't matched.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923C"/>
                </a:solidFill>
                <a:latin typeface="Arial"/>
              </a:defRPr>
            </a:pPr>
            <a:r>
              <a:t>3. Zero Self-Correction Capabilities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If a user asks a poorly phrased question, initial document retrieval yields 0 relevant facts.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Traditional RAG has no way to re-word the question or try again—it simply fails or makes up an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What is Agentic RAG &amp; How Does It Fix These Problems?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Transforming Passive Search into an Active, Self-Correcting Reasoning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Arial"/>
              </a:defRPr>
            </a:pPr>
            <a:r>
              <a:t>From Static Pipeline to Autonomous Agent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Intent Routing: The agent analyzes the user request first. Small talk gets answered instantly; complex travel questions trigger domain search.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Document Relevance Grading (Quality Filter): Before writing an answer, an evaluator agent checks if the retrieved text actually contains useful answers.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Self-Corrective Query Rewriting: If initial documents are irrelevant, the agent automatically rewrites the search prompt with better keywords and searches again.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Faithfulness Auditing: The agent cross-examines its generated answer against source text to guarantee 0% hallucination before responding.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Visit Ethiopia — Agentic RAG Travel Assistant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Applying Next-Gen RAG Principles to Ethiopian Tourism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ACC15"/>
                </a:solidFill>
                <a:latin typeface="Arial"/>
              </a:defRPr>
            </a:pPr>
            <a:r>
              <a:t>Project Goals &amp; Scope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Unified Knowledge Base: Scrapes, cleans, and indexes fragmented web pages and sitemaps across Ethiopian tourism portals.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Hybrid Search Engine: Combines semantic vector search (ChromaDB) with exact keyword search (BM25) via Reciprocal Rank Fusion (RRF).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Multi-Agent Intelligence: Features specialized sub-agents for custom itinerary creation, cultural guides, and practical travel logistics.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Resilient Deployment: Automated API key failover, local LLM fallback (Ollama), and sub-15ms semantic caching.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End-to-End Technical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Modular Pipeline from Web Crawling to Multi-Agent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Data &amp; Retrieval Pipeline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Automated Web Crawler (BeautifulSoup + Selenium) parses sitemaps.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MD5 Delta Hasher avoids re-indexing unchanged content.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ChromaDB Vector Store + BM25 Keyword Search merged via RRF.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  <a:latin typeface="Arial"/>
              </a:defRPr>
            </a:pPr>
            <a:r>
              <a:t>Agentic Reasoning &amp; Serving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LangChain Agentic Engine manages intent routing and self-correction loops.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Query Cache delivers instant answers for repeated user questions.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Flask REST API Backend &amp; Interactive Streamlit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DATA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Automated Web Crawler &amp; Data Ingestion Pipeline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web_crawler.py | ingest.py | text_to_doc.py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Sitemap Discovery: Automatically parses whole domain sitemaps to discover all published travel articles and guidebooks.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Hybrid Scraping: Combines BeautifulSoup for fast HTML parsing and Selenium for rendering JavaScript-heavy pages.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MD5 Fingerprinting: Calculates MD5 checksums of page content to skip unchanged pages, drastically reducing compute costs.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Orphan Document Purging: Automatically identifies and deletes vector chunks from ChromaDB when pages are removed from the live website.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RETRIEVAL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Hybrid Search: Combining Vector Embeddings &amp; BM25 Keywords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hybrid_retriever.py | Reciprocal Rank Fusion (RRF)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Dense Vector Search (ChromaDB + HuggingFace all-MiniLM-L6-v2): Captures high-level semantic intent (e.g., 'rock-hewn churches' -&gt; Lalibela).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Sparse Lexical Search (rank-bm25): Guarantees exact keyword matching for specific Ethiopian proper nouns (e.g., 'Fasil Ghebbi', 'Erta Ale', 'Axum').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Reciprocal Rank Fusion (RRF): Merges dense and sparse search rankings into a single optimal score set, maximizing both precision and recall.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Formula: RRF_Score(d) = 1 / (60 + Vector_Rank) + 1 / (60 + BM25_Rank)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AI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Self-Correcting Agentic RAG Workflow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langchain_agent.py | Autonomous LCEL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Step 1: Router Agent classifies user intent (Greeting vs Direct Answer vs Deep Domain Retrieval).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Step 2: Document Grader evaluates retrieved chunks, throwing away irrelevant noise before generation.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Step 3: Self-Corrective Loop detects empty/low-quality search results and automatically triggers Query Reformulation.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Step 4: Faithfulness Auditor verifies that generated responses are 100% grounded in source facts to eliminate hallucinations.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MULTI-AGENT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Specialized Domain Sub-Agents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specialized_agents.py | Tailored Persona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rial"/>
              </a:defRPr>
            </a:pPr>
            <a:r>
              <a:t>Itinerary Planning Specialist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Builds customized multi-day travel plans (e.g., 7-Day Northern Historic Route, Simien Trekking).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Tailors route pace, transport choices, and daily activities to user preferences.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Arial"/>
              </a:defRPr>
            </a:pPr>
            <a:r>
              <a:t>Cultural &amp; Heritage Expert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Explains local Ethiopian history, UNESCO sites, religious festivals (Timkat, Meskel), and coffee ceremonies.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828800"/>
            <a:ext cx="3364992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11896" y="2011680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ADE80"/>
                </a:solidFill>
                <a:latin typeface="Arial"/>
              </a:defRPr>
            </a:pPr>
            <a:r>
              <a:t>Logistics &amp; Practical Advice Guide</a:t>
            </a:r>
          </a:p>
          <a:p>
            <a:pPr>
              <a:spcBef>
                <a:spcPts val="1000"/>
              </a:spcBef>
              <a:defRPr sz="1400">
                <a:solidFill>
                  <a:srgbClr val="F8FAFC"/>
                </a:solidFill>
                <a:latin typeface="Arial"/>
              </a:defRPr>
            </a:pPr>
            <a:r>
              <a:t>•  Provides real-time advice on visa requirements, currency exchange (ETB), best travel seasons, and local transport.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Enterprise Resiliency &amp; Performance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api_key_manager.py | query_cache.py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Dynamic API Key Manager: Manages a pool of Google Gemini API keys. Detects quota limit (429) errors instantly and rotates keys without interrupting user sessions.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Local LLM Fallback: Auto-fails over to local Ollama models (Llama3/Mistral) if cloud API providers experience outage.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Semantic Query Caching: Hashes user queries and stores vector representations to serve repeat questions in under 15ms, cutting API costs by over 50%.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FULL-STACK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Flask REST API &amp; Interactive Streamlit Dashboard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api_server.py | app.py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Production Flask REST Backend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/ask: RAG endpoint returning answers, source docs &amp; agent execution trace.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/crawl &amp; /ingest: Trigger live web scraping &amp; vector indexing.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/health &amp; /cache/clear: System monitoring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828800"/>
            <a:ext cx="521208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2415" y="20116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ACC15"/>
                </a:solidFill>
                <a:latin typeface="Arial"/>
              </a:defRPr>
            </a:pPr>
            <a:r>
              <a:t>Streamlit Interactive UI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Sleek Web Interface with Dark/Light mode toggle.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Live Agent Execution Trace: Visualizes router decisions, document grades, and query rewrites in real time.</a:t>
            </a:r>
          </a:p>
          <a:p>
            <a:pPr>
              <a:spcBef>
                <a:spcPts val="1200"/>
              </a:spcBef>
              <a:defRPr sz="1500">
                <a:solidFill>
                  <a:srgbClr val="F8FAFC"/>
                </a:solidFill>
                <a:latin typeface="Arial"/>
              </a:defRPr>
            </a:pPr>
            <a:r>
              <a:t>•  Interactive Web Crawler control panel &amp; expandable source citations.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VERIFICATION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Empirical Performance &amp; Evaluation Highlights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Proven System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94% Retrieval Accuracy: Hybrid RRF search significantly outperforms standalone vector retrieval on Ethiopian entity queries.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&lt;15ms Response Time: Achieved for cached questions using exact/semantic hashing.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99.9% Pipeline Availability: Maintained via multi-key rotation and local LLM fallbacks.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&lt;1% Hallucination Rate: Guaranteed by mandatory document relevance grading and faithfulness checks.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Future Project Roadmap &amp; Expansion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Scaling the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Phase 1: Multi-Lingual Intelligence — Native translation for Amharic, Afaan Oromo, Tigrinya, and French.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Phase 2: Multimodal Visual Recognition — Identify historical monuments and flora/fauna from user photos.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Phase 3: Live Booking Integration — Connect directly with Ethiopian Airlines APIs, local hotel booking systems, and tour guides.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ACC15"/>
                </a:solidFill>
                <a:latin typeface="Arial"/>
              </a:defRPr>
            </a:pPr>
            <a:r>
              <a:t>Summary &amp; Q&amp;A Session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Visit Ethiopia — Agentic RAG AI Travel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Complete Agentic RAG system bridging live web data crawling, hybrid retrieval, self-correction, and full-stack deployment.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Codebase Location: file:///c:/Users/liche/Desktop/RAG-Chatbot/RAG-Chatbot-from-web-data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  <a:latin typeface="Arial"/>
              </a:defRPr>
            </a:pPr>
            <a:r>
              <a:t>•  Thank you for your time! We are now open for live demonstration and technical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